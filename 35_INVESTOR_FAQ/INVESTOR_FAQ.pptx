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Anticloud FZ LLE · PAX_BROKER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PAX L5 Narrow L2 General 27B · Sovereign AI Infrastructure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&gt; This document addresses every serious investor objection we have encountered or anticipate. We answer directly, without spin.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1: Competitive Landscape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Why can't OpenAI just do this?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They already chose not to. OpenAI is structurally committed to cloud revenue.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OpenAI's business model is built on API call revenue. Every token you generate through their API is $0.06-$60 per million tokens depending on the model. Their entire investor thesi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Additionally, OpenAI's inference infrastructure runs on Microsoft Azure. They cannot offer air-gap deployment because their largest commercial partner IS the cloud. Any sovereign d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We have no such conflict. Our revenue comes from licenses and enterprise deployment, not token metering.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Won't Google just build this?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Google Cloud IS the cloud. They're selling the opposite.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Google's AI products (Gemini, Vertex AI) are cloud services. Google generates $30B+ annually from cloud infrastructure. Building an offline, air-gap competitor to their own cloud w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Google also has the "innovator's dilemma" problem at maximum intensity. Their AI research (DeepMind, Google Brain) is funded by ad revenue and cloud margins. Sovereign AI reduces d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Our addressable market — regulated enterprises, defense, healthcare, manufacturing — specifically cannot use Google Cloud due to data residency, air-gap requirements, and ITAR/CMMC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Can enterprises just run Llama/Mistral locally?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They can run the model. They cannot run the infrastructure.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Running an open-source LLM locally requires: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Model quantization and serving infrastructure (non-trivial)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API gateway with authentication and rate limiting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2: Technical Objections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Is PAX actually better than GPT-4? Those benchmark numbers look suspicious.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On the benchmarks that matter for enterprise deployment, yes. On the benchmarks OpenAI optimizes for, no — and we don't claim otherwise.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Our published benchmarks: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**TruthfulQA: 61.86%** vs GPT-4 at 59.0% — verifiable, published to Harvard Dataverse (DOI: 10.7910/DVN/YMJKOG)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**MITRE ATT&amp;CK Navigator: 100/100** — the only published 100/100 result for a 27B-class model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**SOC2 Readiness: 93%** · **ISO 27001: 97%** · **NIST: 98%**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**Cost: $0.08/1M tokens** vs GPT-4 at $60/1M — 750x cheaper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GPT-4 beats us on general creative tasks, coding benchmarks, and long-context reasoning. We don't pretend otherwise. Our customers are not buying PAX for creative writing. They're 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**Data sovereignty** — every token stays on their hardware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**Compliance** — MITRE, SOC2, ISO 27001 out of the box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**Cost** — 750x cheaper at scale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**Auditability** — every inference has a SHA3-256 AIOSS chain hash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 customer choosing PAX has already decided they cannot use GPT-4 due to data residency requirements. The comparison that matters is: PAX vs. building your own sovereign stack fr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A 27B model can't be as capable as GPT-4 (which is reportedly 1.76T parameters).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Correct, and irrelevant to our customers.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GPT-4 is a massive mixture-of-experts model requiring millions of dollars in inference infrastructure per month. It cannot run on a single machine. It cannot run air-gap. It cannot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3: Market Objections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Is the market large enough?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$150B+ TAM for sovereign enterprise AI by 2030.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Current enterprise AI spend: $100B+ annually (IDC, 2024).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Segments that REQUIRE sovereign AI (cannot use cloud):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**Defense &amp; Government:** $40B+ AI procurement pipeline (CMMC, ITAR, classified systems)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**Healthcare:** $20B+ AI market with HIPAA, data residency requirements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**Financial Services:** $30B+ AI market with SOC2, GLBA, GDPR, MiFID II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**Critical Infrastructure:** $15B+ AI market (energy grids, water treatment, manufacturing) with OT/IT isolation requirements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**Emerging markets:** Countries with data sovereignty laws (India PDPB, EU GDPR, China PIPL, Brazil LGPD)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These customers are not "early adopters." They are enterprises that legally cannot use cloud AI. The market exists now and is growing as AI regulations tighten globally.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Why UAE? Is there a business reason or just tax efficiency?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Strategic access to MENA, South Asia, Africa + real regulatory advantages for AI.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UAE Free Zone LLC (FZ LLE) provides: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**MENA market access:** UAE is the hub for $5T+ in GCC sovereign wealth. Every major financial institution, government, and defense contractor in MENA routes through Dubai.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**AI regulation:** UAE has no GDPR-equivalent restrictions on AI training or deployment (as of 2026). Building in a permissive environment while selling globally.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**Data sovereignty narrative:** UAE companies selling data sovereignty solutions have no hypocrisy problem. We are not a US company telling foreign governments to trust US infras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4: Business Model Objections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Why would an enterprise buy a $100M license from a 22-year-old?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They're not buying from a 22-year-old. They're buying from Anticloud FZ LLE, which has more published research than most enterprise AI vendors.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Enterprise procurement decisions are made on: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**Compliance:** SOC2 93%, ISO 27001 97%, MITRE 100/100 — this is institutional-grade evidence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**Technical depth:** 199 production-ready projects, patent-pending IP, Harvard Dataverse-published methodology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**Reproducibility:** Public Kaggle notebooks, AIOSS audit chains, KANTOR K5 integrity seals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**References:** Benchmark results published to academic repositories are more credible than marketing claims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 founder's age is irrelevant to the compliance officer, the CISO, and the legal team. What matters is: does the product meet our requirements? Ours does, and we can prove it.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Is $1M-$100M contract pricing realistic for a pre-revenue company?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It's standard for enterprise AI infrastructure.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Enterprise AI infrastructure deal sizes: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**Scale AI:** $1B+ contracts with US military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**Palantir:** $25M-$250M annual contracts, government and commercial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**C3.ai:** $10M-$100M enterprise contracts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**Databricks:** $1M-$50M annual contracts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Our pricing is at the lower end of the enterprise AI infrastructure market. The value proposition — replacing $60/million token cloud AI with $0.08/million token sovereign AI — cre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5: Due Diligence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Where can we verify the benchmarks?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Harvard Dataverse: doi.org/10.7910/DVN/YMJKOG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Zenodo: doi.org/10.5281/zenodo.20781790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Kaggle: kaggle.com/loiskleinner/pax-millennium-solutions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ORCID: orcid.org/0009-0009-2233-6107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TRL benchmark data: BENCHMARKS/trl8_comprehensive_benchmark.json (in this data room)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Where can we review the IP filings?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Patent filings are pending (USPTO) — NDA required for claim details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Contact: lois@0-1.gg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Is there a live demo?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HuggingFace Space: huggingface.co/spaces/kleinnner/anticloud-live-demo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Kaggle notebook: kaggle.com/loiskleinner/pax-millennium-solutions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Contact lois@0-1.gg for private enterprise demonstration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What is the AIOSS genesis hash and why does it matter?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 AIOSS (AI Operating System Standard) Ledger genesis hash is: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`8b4a8a4f6312dfbe885de8280716985637c163fd2a4b5590341d56db1cc4e560`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Every inference output from PAX is SHA3-256 chained from this genesis block. This creates an append-only cryptographic audit trail that: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Proves when each inference occurred (timestamp binding)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