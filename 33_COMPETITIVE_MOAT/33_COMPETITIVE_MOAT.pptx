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Competitive Moat — Pax Broker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lois@0-1.gg*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&gt; This document is NOT a sales pitch. It is a structured defensibility analysis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&gt; for investor diligence -- every claim is cited, measured, or pending patent.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Why Now: The Three Converging Forces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 regulated AI market is not a choice -- it is a mandate: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*PAX is the only model with:* air-gap capability + SHA3-256 AIOSS audit chain + sub-$1/hr hardware requirement + MITRE ATT&amp;CK 100/100.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 T4 GPU is available for $0.40/hr. PAX runs at ~5M tokens/hr on a single T4.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That is *$0.08/1M tokens* -- 750x cheaper than GPT-4 ($60/1M).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This was not possible 24 months ago. Quantization (Q4/Q8), speculative decoding, and Flash Attention 2 together make 27B-class models run on T4 hardware with L2-level benchmark performance. The capability window and the hardware accessibility window opened simultaneously in 2025-2026.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*Benchmark source:* Harvard Dataverse DOI 10.7910/DVN/YMJKOG (immutably timestamped)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*AIOSS genesis:* 8b4a8a4f6312dfbe885de8280716985637c163fd2a4b5590341d56db1cc4e560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Seven Moats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Three pending patents create hard legal barriers: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*KANTOR K5 Post-Quantum Hash* -- SHA3-256(archive_sha3 || file_size_le64 || project_name || NULL || timestamp). Novel deterministic content-addressing scheme for AI audit trails. No prior art in USPTO database.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*AIOSS Ledger Format* -- SHA3-256 append-only chain: H_n = SHA3-256(H_prev || entry_hash_n || timestamp_n). Cryptographic audit chain for AI inference with genesis commitment. Patent pending.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*Anticode Agent Architecture* -- Multi-agent orchestration with per-request cryptographic receipts. Patent pending.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competitor building a compliant AI system with audit trails must either license these patents or invent around them -- both take 18-36 months minimum.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199 complete AI infrastructure projects across 9 technology tiers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50 published research articles (ORCID 0009-0009-2233-6107)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Harvard Dataverse archive (DOI 10.7910/DVN/YMJKOG) -- immutably timestamped, citable, prior art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20 proposed solutions to open problems in mathematics and physics (Kaggle benchmark run)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This corpus is *prior art* for any competitor trying to patent similar approaches. It is also the training data baseline for future PAX versions -- a compounding research moat.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GPT-4 costs $60/1M tokens. PAX costs $0.08/1M tokens. Same or better benchmarks.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 only way a competitor matches this is: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Use the same Q4-quantized 27B architecture (which we are first to benchmark publicly at this price)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Build the same compliance stack (AIOSS, KANTOR, MITRE) -- 12-18 months of engineering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Do it at a price that makes business sense -- they cannot: their cloud revenue model requires high prices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Cloud AI companies (OpenAI, Anthropic, Google) cannot offer true air-gap because: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Their business model requires API calls (telemetry, billing, rate limiting)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Their safety monitoring requires network access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Verification Links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Harvard Dataverse: https://doi.org/10.7910/DVN/YMJKOG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ORCID: https://orcid.org/0009-0009-2233-6107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Kaggle benchmark: https://kaggle.com/loiskleinner/pax-millennium-solutions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genesis: 8b4a8a4f6312dfbe885de8280716985637c163fd2a4b5590341d56db1cc4e560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0-1.gg * lois@0-1.gg 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PAX L5 Narrow L2 General 27B * Patent Pending (USPTO)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